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EDCE"/>
    <a:srgbClr val="0257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1" autoAdjust="0"/>
    <p:restoredTop sz="94660"/>
  </p:normalViewPr>
  <p:slideViewPr>
    <p:cSldViewPr snapToGrid="0">
      <p:cViewPr>
        <p:scale>
          <a:sx n="50" d="100"/>
          <a:sy n="50" d="100"/>
        </p:scale>
        <p:origin x="436" y="8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F03E-E48D-4EEC-8665-BE8B68B2E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C8898-98DB-473F-B326-FB3F6BD64D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A5F9E-13D5-48CF-970D-9A05AB5F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9EFC9-1CCB-4F79-BDC1-422C91FBB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99CC6-B66B-45C6-8FEE-1F61FFBEF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85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857D4-8E09-4806-8A3A-B97A0CFA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1F803-0A36-4B54-87DF-5BBD0C7B9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2423E-59F9-4098-80B0-D67B5E6D0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A05E0-D159-458F-88A6-687A82F2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169D1-479C-48A7-9302-7083D2BB0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00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260AD-447C-4CB7-BABB-740AE913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9825B-F138-485A-B1F2-A11BF737CB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7E84E-0140-430A-A34B-A08B162C7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8568E-BE5D-49ED-AE4E-BBA5800B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A3E2B-EE5D-4440-ADD1-4854595FB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93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5373-B2CB-4689-876B-6E067C0F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A087-686A-48C4-BEB0-71458E764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22C8A-CA81-4531-AF0F-8E7F26A32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49A7B-B486-4EE5-A76E-823796FB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B0451-2356-48BF-8079-EABB3D6B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DE626-ACF5-450D-B21A-07E6D683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198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004C-7E94-404B-90FD-8B1440B4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9ACCB-80A2-4E55-8F74-BA4454F991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EECD0-2F77-4284-B015-1EE95B686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490531-F261-4036-B4AB-36CC2752D3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8B2DB-7A5C-417D-BF8E-220336A576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C3DA6-6CE2-4DD0-B520-94687834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CF1DF3-12DD-41A3-8162-C984BC6A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DF9B0F-E25A-496E-9416-998AA8F7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8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D580-F59E-4060-9EC9-C8B019CE4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7070B3-2175-4473-A150-25CC400C5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9093D7-DC9D-4963-BBEB-14A74151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56ED6-F78D-476A-8EAF-E9EF2AB96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6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61E7B-4667-45E9-999E-70F08D4C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77C17E-98DE-4399-A9BF-3287A99C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6EA47-D14B-494E-8D9E-8E1F7E84E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46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C0B37-B08D-441F-9014-10AC379C0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7F87B-2786-428F-B855-7388B61AE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4CC2B-AF7B-4876-AF89-B1C7CD67F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B60DF9-4EC7-4E7E-8F63-960FDBF7E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43194-3FFC-466C-9BC6-DDDCFABA8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7A213-DF3E-45F8-88EF-0E6A822B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A6A04-7EBF-4A27-898A-9BBDE8CF5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FE68D5-10A1-4541-A431-A6DFE71090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A9567-6C5F-4C40-A35C-D8E835CF7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5A7C6-2E87-47F3-830A-0920E529F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3D4FD-367F-4CF3-9921-D64E4984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83D27-D7CE-466D-AAC8-574FEA423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09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19E78-E565-45DF-B76A-73FB20C8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E8008-1312-4A06-9DF8-FBAEF00293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064FA-05E9-4724-8715-0DBFDB244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A83A7-48AA-4111-ADCB-A68194283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DF17B-3512-4C4F-8F40-5C9D8F000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1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D65CBC-347F-4791-9396-182DD7445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0E532C-E8A4-4A35-8106-CD699E98E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0F05A-CE18-4A0E-84CE-B2733730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B83A-8DBC-4138-8F8E-346F2B186E5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168B1-643F-4C8C-95B0-7D1F28405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22ADB-DBF0-4342-B891-AE4064884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63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AA99C7-17B3-435F-88CB-6722107E5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B45F0-3320-4E48-A4B8-CE1026EF0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09507-13CD-47C6-B3E4-D7AF365385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2B83A-8DBC-4138-8F8E-346F2B186E55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5FE77-CB00-4F2E-A392-E8F9A2EE0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840AD-529A-4BE2-BC49-21AD5F4E0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A11C87-AD98-400C-9F73-88EAB5A02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9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FD9BA63F-AC42-45C9-8C70-4565C515748B}"/>
              </a:ext>
            </a:extLst>
          </p:cNvPr>
          <p:cNvSpPr/>
          <p:nvPr/>
        </p:nvSpPr>
        <p:spPr>
          <a:xfrm>
            <a:off x="3509439" y="1554608"/>
            <a:ext cx="3068185" cy="928465"/>
          </a:xfrm>
          <a:custGeom>
            <a:avLst/>
            <a:gdLst>
              <a:gd name="connsiteX0" fmla="*/ 137834 w 3068185"/>
              <a:gd name="connsiteY0" fmla="*/ 0 h 1856930"/>
              <a:gd name="connsiteX1" fmla="*/ 2931269 w 3068185"/>
              <a:gd name="connsiteY1" fmla="*/ 0 h 1856930"/>
              <a:gd name="connsiteX2" fmla="*/ 3068185 w 3068185"/>
              <a:gd name="connsiteY2" fmla="*/ 136916 h 1856930"/>
              <a:gd name="connsiteX3" fmla="*/ 3068185 w 3068185"/>
              <a:gd name="connsiteY3" fmla="*/ 1358293 h 1856930"/>
              <a:gd name="connsiteX4" fmla="*/ 2931269 w 3068185"/>
              <a:gd name="connsiteY4" fmla="*/ 1495209 h 1856930"/>
              <a:gd name="connsiteX5" fmla="*/ 646847 w 3068185"/>
              <a:gd name="connsiteY5" fmla="*/ 1495209 h 1856930"/>
              <a:gd name="connsiteX6" fmla="*/ 646847 w 3068185"/>
              <a:gd name="connsiteY6" fmla="*/ 1797698 h 1856930"/>
              <a:gd name="connsiteX7" fmla="*/ 587615 w 3068185"/>
              <a:gd name="connsiteY7" fmla="*/ 1856930 h 1856930"/>
              <a:gd name="connsiteX8" fmla="*/ 59232 w 3068185"/>
              <a:gd name="connsiteY8" fmla="*/ 1856930 h 1856930"/>
              <a:gd name="connsiteX9" fmla="*/ 0 w 3068185"/>
              <a:gd name="connsiteY9" fmla="*/ 1797698 h 1856930"/>
              <a:gd name="connsiteX10" fmla="*/ 0 w 3068185"/>
              <a:gd name="connsiteY10" fmla="*/ 420953 h 1856930"/>
              <a:gd name="connsiteX11" fmla="*/ 918 w 3068185"/>
              <a:gd name="connsiteY11" fmla="*/ 418737 h 1856930"/>
              <a:gd name="connsiteX12" fmla="*/ 918 w 3068185"/>
              <a:gd name="connsiteY12" fmla="*/ 136916 h 1856930"/>
              <a:gd name="connsiteX13" fmla="*/ 137834 w 3068185"/>
              <a:gd name="connsiteY13" fmla="*/ 0 h 1856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8185" h="1856930">
                <a:moveTo>
                  <a:pt x="137834" y="0"/>
                </a:moveTo>
                <a:lnTo>
                  <a:pt x="2931269" y="0"/>
                </a:lnTo>
                <a:cubicBezTo>
                  <a:pt x="3006886" y="0"/>
                  <a:pt x="3068185" y="61299"/>
                  <a:pt x="3068185" y="136916"/>
                </a:cubicBezTo>
                <a:lnTo>
                  <a:pt x="3068185" y="1358293"/>
                </a:lnTo>
                <a:cubicBezTo>
                  <a:pt x="3068185" y="1433910"/>
                  <a:pt x="3006886" y="1495209"/>
                  <a:pt x="2931269" y="1495209"/>
                </a:cubicBezTo>
                <a:lnTo>
                  <a:pt x="646847" y="1495209"/>
                </a:lnTo>
                <a:lnTo>
                  <a:pt x="646847" y="1797698"/>
                </a:lnTo>
                <a:cubicBezTo>
                  <a:pt x="646847" y="1830411"/>
                  <a:pt x="620328" y="1856930"/>
                  <a:pt x="587615" y="1856930"/>
                </a:cubicBezTo>
                <a:lnTo>
                  <a:pt x="59232" y="1856930"/>
                </a:lnTo>
                <a:cubicBezTo>
                  <a:pt x="26519" y="1856930"/>
                  <a:pt x="0" y="1830411"/>
                  <a:pt x="0" y="1797698"/>
                </a:cubicBezTo>
                <a:lnTo>
                  <a:pt x="0" y="420953"/>
                </a:lnTo>
                <a:lnTo>
                  <a:pt x="918" y="418737"/>
                </a:lnTo>
                <a:lnTo>
                  <a:pt x="918" y="136916"/>
                </a:lnTo>
                <a:cubicBezTo>
                  <a:pt x="918" y="61299"/>
                  <a:pt x="62217" y="0"/>
                  <a:pt x="13783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3B30082-0889-4E37-B68B-23B3CDF18ED5}"/>
              </a:ext>
            </a:extLst>
          </p:cNvPr>
          <p:cNvSpPr/>
          <p:nvPr/>
        </p:nvSpPr>
        <p:spPr>
          <a:xfrm>
            <a:off x="2261106" y="1554608"/>
            <a:ext cx="1701479" cy="1454810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Diagonal Corners Rounded 6">
            <a:extLst>
              <a:ext uri="{FF2B5EF4-FFF2-40B4-BE49-F238E27FC236}">
                <a16:creationId xmlns:a16="http://schemas.microsoft.com/office/drawing/2014/main" id="{76D73B5C-4F62-4B21-99FC-EA36E59ADA0E}"/>
              </a:ext>
            </a:extLst>
          </p:cNvPr>
          <p:cNvSpPr/>
          <p:nvPr/>
        </p:nvSpPr>
        <p:spPr>
          <a:xfrm>
            <a:off x="4446815" y="2657789"/>
            <a:ext cx="2385452" cy="703257"/>
          </a:xfrm>
          <a:prstGeom prst="round2DiagRect">
            <a:avLst>
              <a:gd name="adj1" fmla="val 13482"/>
              <a:gd name="adj2" fmla="val 0"/>
            </a:avLst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A1CFD4-D245-4CE5-A2DB-1628DBA25100}"/>
              </a:ext>
            </a:extLst>
          </p:cNvPr>
          <p:cNvSpPr/>
          <p:nvPr/>
        </p:nvSpPr>
        <p:spPr>
          <a:xfrm>
            <a:off x="559627" y="1819784"/>
            <a:ext cx="1701479" cy="1454810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744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Diagonal Corners Rounded 8">
            <a:extLst>
              <a:ext uri="{FF2B5EF4-FFF2-40B4-BE49-F238E27FC236}">
                <a16:creationId xmlns:a16="http://schemas.microsoft.com/office/drawing/2014/main" id="{CBDEB0DB-F992-4700-8A63-99698712A65E}"/>
              </a:ext>
            </a:extLst>
          </p:cNvPr>
          <p:cNvSpPr/>
          <p:nvPr/>
        </p:nvSpPr>
        <p:spPr>
          <a:xfrm>
            <a:off x="3824042" y="329229"/>
            <a:ext cx="1073891" cy="1871710"/>
          </a:xfrm>
          <a:prstGeom prst="round2DiagRect">
            <a:avLst/>
          </a:prstGeom>
          <a:solidFill>
            <a:schemeClr val="accent3">
              <a:lumMod val="20000"/>
              <a:lumOff val="80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Diagonal Corners Rounded 9">
            <a:extLst>
              <a:ext uri="{FF2B5EF4-FFF2-40B4-BE49-F238E27FC236}">
                <a16:creationId xmlns:a16="http://schemas.microsoft.com/office/drawing/2014/main" id="{BDCED2A8-9F41-3548-6393-21FCDB5DCBB2}"/>
              </a:ext>
            </a:extLst>
          </p:cNvPr>
          <p:cNvSpPr/>
          <p:nvPr/>
        </p:nvSpPr>
        <p:spPr>
          <a:xfrm>
            <a:off x="5160267" y="403657"/>
            <a:ext cx="1073891" cy="1797282"/>
          </a:xfrm>
          <a:prstGeom prst="round2DiagRect">
            <a:avLst/>
          </a:prstGeom>
          <a:solidFill>
            <a:schemeClr val="accent3">
              <a:lumMod val="20000"/>
              <a:lumOff val="80000"/>
              <a:alpha val="48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Diagonal Corners Rounded 10">
            <a:extLst>
              <a:ext uri="{FF2B5EF4-FFF2-40B4-BE49-F238E27FC236}">
                <a16:creationId xmlns:a16="http://schemas.microsoft.com/office/drawing/2014/main" id="{63A85A5B-7995-F83A-541D-EEA2CA6CF47E}"/>
              </a:ext>
            </a:extLst>
          </p:cNvPr>
          <p:cNvSpPr/>
          <p:nvPr/>
        </p:nvSpPr>
        <p:spPr>
          <a:xfrm>
            <a:off x="6496492" y="403276"/>
            <a:ext cx="1073889" cy="1797663"/>
          </a:xfrm>
          <a:prstGeom prst="round2DiagRect">
            <a:avLst/>
          </a:prstGeom>
          <a:solidFill>
            <a:schemeClr val="accent3">
              <a:lumMod val="20000"/>
              <a:lumOff val="80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: Diagonal Corners Rounded 11">
            <a:extLst>
              <a:ext uri="{FF2B5EF4-FFF2-40B4-BE49-F238E27FC236}">
                <a16:creationId xmlns:a16="http://schemas.microsoft.com/office/drawing/2014/main" id="{2AC9F871-AC64-2E2E-911E-92465677B650}"/>
              </a:ext>
            </a:extLst>
          </p:cNvPr>
          <p:cNvSpPr/>
          <p:nvPr/>
        </p:nvSpPr>
        <p:spPr>
          <a:xfrm>
            <a:off x="8032008" y="698077"/>
            <a:ext cx="3785129" cy="861997"/>
          </a:xfrm>
          <a:prstGeom prst="round2DiagRect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1BFB0B8-2413-3DE3-FAA8-E259328AEDF8}"/>
              </a:ext>
            </a:extLst>
          </p:cNvPr>
          <p:cNvSpPr/>
          <p:nvPr/>
        </p:nvSpPr>
        <p:spPr>
          <a:xfrm>
            <a:off x="8032009" y="1653552"/>
            <a:ext cx="3785129" cy="2531119"/>
          </a:xfrm>
          <a:prstGeom prst="roundRect">
            <a:avLst>
              <a:gd name="adj" fmla="val 6577"/>
            </a:avLst>
          </a:prstGeom>
          <a:solidFill>
            <a:schemeClr val="accent3">
              <a:lumMod val="20000"/>
              <a:lumOff val="80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9AB295B-29A2-7B2B-B640-C85FCB2B077E}"/>
              </a:ext>
            </a:extLst>
          </p:cNvPr>
          <p:cNvSpPr/>
          <p:nvPr/>
        </p:nvSpPr>
        <p:spPr>
          <a:xfrm>
            <a:off x="155256" y="2521824"/>
            <a:ext cx="4750976" cy="1765005"/>
          </a:xfrm>
          <a:prstGeom prst="roundRect">
            <a:avLst>
              <a:gd name="adj" fmla="val 6272"/>
            </a:avLst>
          </a:prstGeom>
          <a:solidFill>
            <a:schemeClr val="accent3">
              <a:lumMod val="20000"/>
              <a:lumOff val="80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A105413-D167-ADFA-8992-5F0771945D67}"/>
              </a:ext>
            </a:extLst>
          </p:cNvPr>
          <p:cNvSpPr/>
          <p:nvPr/>
        </p:nvSpPr>
        <p:spPr>
          <a:xfrm>
            <a:off x="6365323" y="4333415"/>
            <a:ext cx="5504122" cy="2318278"/>
          </a:xfrm>
          <a:prstGeom prst="roundRect">
            <a:avLst>
              <a:gd name="adj" fmla="val 7036"/>
            </a:avLst>
          </a:prstGeom>
          <a:solidFill>
            <a:schemeClr val="accent3">
              <a:lumMod val="20000"/>
              <a:lumOff val="80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2B47EE8-9CCD-8E7D-BA8B-C8842F045651}"/>
              </a:ext>
            </a:extLst>
          </p:cNvPr>
          <p:cNvSpPr/>
          <p:nvPr/>
        </p:nvSpPr>
        <p:spPr>
          <a:xfrm>
            <a:off x="212812" y="4427889"/>
            <a:ext cx="4376878" cy="2255244"/>
          </a:xfrm>
          <a:prstGeom prst="roundRect">
            <a:avLst>
              <a:gd name="adj" fmla="val 4590"/>
            </a:avLst>
          </a:prstGeom>
          <a:solidFill>
            <a:schemeClr val="accent3">
              <a:lumMod val="20000"/>
              <a:lumOff val="80000"/>
              <a:alpha val="4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A233CEA-31F9-B456-66BC-C1CFE1E88F51}"/>
              </a:ext>
            </a:extLst>
          </p:cNvPr>
          <p:cNvSpPr/>
          <p:nvPr/>
        </p:nvSpPr>
        <p:spPr>
          <a:xfrm>
            <a:off x="5160267" y="2458254"/>
            <a:ext cx="2697193" cy="2030819"/>
          </a:xfrm>
          <a:custGeom>
            <a:avLst/>
            <a:gdLst>
              <a:gd name="connsiteX0" fmla="*/ 138229 w 2697193"/>
              <a:gd name="connsiteY0" fmla="*/ 0 h 2030819"/>
              <a:gd name="connsiteX1" fmla="*/ 2558964 w 2697193"/>
              <a:gd name="connsiteY1" fmla="*/ 0 h 2030819"/>
              <a:gd name="connsiteX2" fmla="*/ 2697193 w 2697193"/>
              <a:gd name="connsiteY2" fmla="*/ 138229 h 2030819"/>
              <a:gd name="connsiteX3" fmla="*/ 2697193 w 2697193"/>
              <a:gd name="connsiteY3" fmla="*/ 1584246 h 2030819"/>
              <a:gd name="connsiteX4" fmla="*/ 2558964 w 2697193"/>
              <a:gd name="connsiteY4" fmla="*/ 1722475 h 2030819"/>
              <a:gd name="connsiteX5" fmla="*/ 870284 w 2697193"/>
              <a:gd name="connsiteY5" fmla="*/ 1722475 h 2030819"/>
              <a:gd name="connsiteX6" fmla="*/ 870284 w 2697193"/>
              <a:gd name="connsiteY6" fmla="*/ 1885769 h 2030819"/>
              <a:gd name="connsiteX7" fmla="*/ 725234 w 2697193"/>
              <a:gd name="connsiteY7" fmla="*/ 2030819 h 2030819"/>
              <a:gd name="connsiteX8" fmla="*/ 145050 w 2697193"/>
              <a:gd name="connsiteY8" fmla="*/ 2030819 h 2030819"/>
              <a:gd name="connsiteX9" fmla="*/ 0 w 2697193"/>
              <a:gd name="connsiteY9" fmla="*/ 1885769 h 2030819"/>
              <a:gd name="connsiteX10" fmla="*/ 0 w 2697193"/>
              <a:gd name="connsiteY10" fmla="*/ 1584246 h 2030819"/>
              <a:gd name="connsiteX11" fmla="*/ 0 w 2697193"/>
              <a:gd name="connsiteY11" fmla="*/ 899962 h 2030819"/>
              <a:gd name="connsiteX12" fmla="*/ 0 w 2697193"/>
              <a:gd name="connsiteY12" fmla="*/ 138229 h 2030819"/>
              <a:gd name="connsiteX13" fmla="*/ 138229 w 2697193"/>
              <a:gd name="connsiteY13" fmla="*/ 0 h 2030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697193" h="2030819">
                <a:moveTo>
                  <a:pt x="138229" y="0"/>
                </a:moveTo>
                <a:lnTo>
                  <a:pt x="2558964" y="0"/>
                </a:lnTo>
                <a:cubicBezTo>
                  <a:pt x="2635306" y="0"/>
                  <a:pt x="2697193" y="61887"/>
                  <a:pt x="2697193" y="138229"/>
                </a:cubicBezTo>
                <a:lnTo>
                  <a:pt x="2697193" y="1584246"/>
                </a:lnTo>
                <a:cubicBezTo>
                  <a:pt x="2697193" y="1660588"/>
                  <a:pt x="2635306" y="1722475"/>
                  <a:pt x="2558964" y="1722475"/>
                </a:cubicBezTo>
                <a:lnTo>
                  <a:pt x="870284" y="1722475"/>
                </a:lnTo>
                <a:lnTo>
                  <a:pt x="870284" y="1885769"/>
                </a:lnTo>
                <a:cubicBezTo>
                  <a:pt x="870284" y="1965878"/>
                  <a:pt x="805343" y="2030819"/>
                  <a:pt x="725234" y="2030819"/>
                </a:cubicBezTo>
                <a:lnTo>
                  <a:pt x="145050" y="2030819"/>
                </a:lnTo>
                <a:cubicBezTo>
                  <a:pt x="64941" y="2030819"/>
                  <a:pt x="0" y="1965878"/>
                  <a:pt x="0" y="1885769"/>
                </a:cubicBezTo>
                <a:lnTo>
                  <a:pt x="0" y="1584246"/>
                </a:lnTo>
                <a:lnTo>
                  <a:pt x="0" y="899962"/>
                </a:lnTo>
                <a:lnTo>
                  <a:pt x="0" y="138229"/>
                </a:lnTo>
                <a:cubicBezTo>
                  <a:pt x="0" y="61887"/>
                  <a:pt x="61887" y="0"/>
                  <a:pt x="138229" y="0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  <a:alpha val="48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3" name="Rectangle: Diagonal Corners Rounded 22">
            <a:extLst>
              <a:ext uri="{FF2B5EF4-FFF2-40B4-BE49-F238E27FC236}">
                <a16:creationId xmlns:a16="http://schemas.microsoft.com/office/drawing/2014/main" id="{E407A58D-F044-97F1-285E-A0B29A47354F}"/>
              </a:ext>
            </a:extLst>
          </p:cNvPr>
          <p:cNvSpPr/>
          <p:nvPr/>
        </p:nvSpPr>
        <p:spPr>
          <a:xfrm>
            <a:off x="4720855" y="4661928"/>
            <a:ext cx="1513303" cy="2030819"/>
          </a:xfrm>
          <a:prstGeom prst="round2DiagRect">
            <a:avLst/>
          </a:prstGeom>
          <a:solidFill>
            <a:srgbClr val="0257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9EB939-EBFB-33B6-4C71-9A6516E44A61}"/>
              </a:ext>
            </a:extLst>
          </p:cNvPr>
          <p:cNvSpPr/>
          <p:nvPr/>
        </p:nvSpPr>
        <p:spPr>
          <a:xfrm>
            <a:off x="4036987" y="510275"/>
            <a:ext cx="648000" cy="648000"/>
          </a:xfrm>
          <a:prstGeom prst="ellipse">
            <a:avLst/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ADF34DD-8D01-B1BC-C80D-302F594FEF49}"/>
              </a:ext>
            </a:extLst>
          </p:cNvPr>
          <p:cNvSpPr/>
          <p:nvPr/>
        </p:nvSpPr>
        <p:spPr>
          <a:xfrm>
            <a:off x="6709436" y="541115"/>
            <a:ext cx="648000" cy="648000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AE570CB-F540-E452-FA0D-8F63E4A3DBCD}"/>
              </a:ext>
            </a:extLst>
          </p:cNvPr>
          <p:cNvSpPr/>
          <p:nvPr/>
        </p:nvSpPr>
        <p:spPr>
          <a:xfrm>
            <a:off x="5373212" y="541115"/>
            <a:ext cx="648000" cy="648000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0E6A902-E93F-6AB1-65CF-1384C89776CF}"/>
              </a:ext>
            </a:extLst>
          </p:cNvPr>
          <p:cNvSpPr/>
          <p:nvPr/>
        </p:nvSpPr>
        <p:spPr>
          <a:xfrm>
            <a:off x="4826872" y="4725601"/>
            <a:ext cx="432000" cy="432000"/>
          </a:xfrm>
          <a:prstGeom prst="ellipse">
            <a:avLst/>
          </a:prstGeom>
          <a:solidFill>
            <a:srgbClr val="F1D4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CB33752-3D11-94B3-AEDD-A04E0EA1CD22}"/>
              </a:ext>
            </a:extLst>
          </p:cNvPr>
          <p:cNvSpPr/>
          <p:nvPr/>
        </p:nvSpPr>
        <p:spPr>
          <a:xfrm>
            <a:off x="4829911" y="5368250"/>
            <a:ext cx="432000" cy="43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7A86BA65-107E-9121-DE82-09FB11AACCBE}"/>
              </a:ext>
            </a:extLst>
          </p:cNvPr>
          <p:cNvSpPr/>
          <p:nvPr/>
        </p:nvSpPr>
        <p:spPr>
          <a:xfrm>
            <a:off x="4826872" y="6010899"/>
            <a:ext cx="432000" cy="432000"/>
          </a:xfrm>
          <a:prstGeom prst="ellipse">
            <a:avLst/>
          </a:prstGeom>
          <a:solidFill>
            <a:srgbClr val="C2ED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9F34F3C-9C1D-8926-99E6-B5FFA7CC14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5006"/>
            <a:ext cx="372466" cy="372466"/>
          </a:xfrm>
          <a:prstGeom prst="rect">
            <a:avLst/>
          </a:prstGeom>
          <a:effectLst>
            <a:outerShdw blurRad="50800" dist="50800" algn="ctr" rotWithShape="0">
              <a:srgbClr val="000000">
                <a:alpha val="43137"/>
              </a:srgbClr>
            </a:outerShdw>
          </a:effectLst>
          <a:scene3d>
            <a:camera prst="orthographicFront">
              <a:rot lat="0" lon="0" rev="3000000"/>
            </a:camera>
            <a:lightRig rig="threePt" dir="t"/>
          </a:scene3d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D6BA134-1669-6CE2-090E-0230FF585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866398" y="698077"/>
            <a:ext cx="334075" cy="3340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B8DC390-5A50-F4A1-AD0A-5ADDED14E4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85269" y="5426720"/>
            <a:ext cx="291694" cy="29169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66BF6F2-1EE6-EF97-4F44-BFC4129F02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64111" y="6042584"/>
            <a:ext cx="376855" cy="37685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E2FC17A-879C-D673-5FB9-3327DA8F56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06232" y="4791096"/>
            <a:ext cx="292615" cy="29261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DB5FF7A1-755F-FD4F-4E6E-E40AD5578C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886" y="642811"/>
            <a:ext cx="369864" cy="369864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D69E9D0-4B61-B3FA-3777-D343C255837A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293" y="591486"/>
            <a:ext cx="438111" cy="438111"/>
          </a:xfrm>
          <a:prstGeom prst="rect">
            <a:avLst/>
          </a:prstGeom>
          <a:noFill/>
        </p:spPr>
      </p:pic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10075EA9-12CD-C47C-E7D8-BE1A400290C9}"/>
              </a:ext>
            </a:extLst>
          </p:cNvPr>
          <p:cNvSpPr/>
          <p:nvPr/>
        </p:nvSpPr>
        <p:spPr>
          <a:xfrm>
            <a:off x="145439" y="448002"/>
            <a:ext cx="3416269" cy="1996647"/>
          </a:xfrm>
          <a:prstGeom prst="roundRect">
            <a:avLst>
              <a:gd name="adj" fmla="val 10391"/>
            </a:avLst>
          </a:prstGeom>
          <a:solidFill>
            <a:srgbClr val="0257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46B5EEA-7D41-FB68-6377-EF91B631A52F}"/>
              </a:ext>
            </a:extLst>
          </p:cNvPr>
          <p:cNvSpPr/>
          <p:nvPr/>
        </p:nvSpPr>
        <p:spPr>
          <a:xfrm>
            <a:off x="48235" y="490153"/>
            <a:ext cx="3416269" cy="1925635"/>
          </a:xfrm>
          <a:prstGeom prst="roundRect">
            <a:avLst>
              <a:gd name="adj" fmla="val 871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206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Ismaila Mumuni</dc:creator>
  <cp:lastModifiedBy>Karan Gautam</cp:lastModifiedBy>
  <cp:revision>10</cp:revision>
  <dcterms:created xsi:type="dcterms:W3CDTF">2023-12-06T06:56:06Z</dcterms:created>
  <dcterms:modified xsi:type="dcterms:W3CDTF">2025-05-24T07:27:40Z</dcterms:modified>
</cp:coreProperties>
</file>